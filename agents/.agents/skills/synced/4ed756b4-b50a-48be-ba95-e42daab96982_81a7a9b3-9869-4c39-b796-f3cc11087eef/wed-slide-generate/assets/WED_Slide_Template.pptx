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4" r:id="rId1"/>
  </p:sldMasterIdLst>
  <p:notesMasterIdLst>
    <p:notesMasterId r:id="rId6"/>
  </p:notesMasterIdLst>
  <p:sldIdLst>
    <p:sldId id="256" r:id="rId2"/>
    <p:sldId id="257" r:id="rId3"/>
    <p:sldId id="258" r:id="rId4"/>
    <p:sldId id="262" r:id="rId5"/>
  </p:sldIdLst>
  <p:sldSz cx="9144000" cy="5143500" type="screen16x9"/>
  <p:notesSz cx="6858000" cy="9144000"/>
  <p:embeddedFontLst>
    <p:embeddedFont>
      <p:font typeface="Zen Kaku Gothic New" pitchFamily="2" charset="-128"/>
      <p:regular r:id="rId7"/>
      <p:bold r:id="rId8"/>
    </p:embeddedFont>
    <p:embeddedFont>
      <p:font typeface="Zen Kaku Gothic New Medium" pitchFamily="2" charset="-128"/>
      <p:regular r:id="rId9"/>
      <p:bold r:id="rId1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924072A-489E-42D6-931C-B1E8ACA87550}">
  <a:tblStyle styleId="{E924072A-489E-42D6-931C-B1E8ACA8755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61" d="100"/>
          <a:sy n="161" d="100"/>
        </p:scale>
        <p:origin x="78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c88bdee6b5_0_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g3c88bdee6b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3c88bdee6b5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" name="Google Shape;42;g3c88bdee6b5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c88bdee6b5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Google Shape;49;g3c88bdee6b5_0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c88bdee6b5_0_49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g3c88bdee6b5_0_4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無地">
  <p:cSld name="Blank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879316" y="10901"/>
            <a:ext cx="247050" cy="2470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見出しスライド">
  <p:cSld name="SECTION_HEADER_1_3_1_1">
    <p:bg>
      <p:bgPr>
        <a:solidFill>
          <a:srgbClr val="D2D2C6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0" y="4100450"/>
            <a:ext cx="9007200" cy="841800"/>
          </a:xfrm>
          <a:prstGeom prst="rect">
            <a:avLst/>
          </a:prstGeom>
        </p:spPr>
        <p:txBody>
          <a:bodyPr spcFirstLastPara="1" wrap="square" lIns="91425" tIns="91425" rIns="91425" bIns="5400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Zen Kaku Gothic New Medium"/>
              <a:buNone/>
              <a:defRPr sz="3200" b="0">
                <a:solidFill>
                  <a:srgbClr val="000000"/>
                </a:solidFill>
                <a:latin typeface="Zen Kaku Gothic New Medium"/>
                <a:ea typeface="Zen Kaku Gothic New Medium"/>
                <a:cs typeface="Zen Kaku Gothic New Medium"/>
                <a:sym typeface="Zen Kaku Gothic Ne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Zen Kaku Gothic New Medium"/>
              <a:buNone/>
              <a:defRPr sz="3200" b="0">
                <a:solidFill>
                  <a:srgbClr val="000000"/>
                </a:solidFill>
                <a:latin typeface="Zen Kaku Gothic New Medium"/>
                <a:ea typeface="Zen Kaku Gothic New Medium"/>
                <a:cs typeface="Zen Kaku Gothic New Medium"/>
                <a:sym typeface="Zen Kaku Gothic Ne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Zen Kaku Gothic New Medium"/>
              <a:buNone/>
              <a:defRPr sz="3200" b="0">
                <a:solidFill>
                  <a:srgbClr val="000000"/>
                </a:solidFill>
                <a:latin typeface="Zen Kaku Gothic New Medium"/>
                <a:ea typeface="Zen Kaku Gothic New Medium"/>
                <a:cs typeface="Zen Kaku Gothic New Medium"/>
                <a:sym typeface="Zen Kaku Gothic Ne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Zen Kaku Gothic New Medium"/>
              <a:buNone/>
              <a:defRPr sz="3200" b="0">
                <a:solidFill>
                  <a:srgbClr val="000000"/>
                </a:solidFill>
                <a:latin typeface="Zen Kaku Gothic New Medium"/>
                <a:ea typeface="Zen Kaku Gothic New Medium"/>
                <a:cs typeface="Zen Kaku Gothic New Medium"/>
                <a:sym typeface="Zen Kaku Gothic Ne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Zen Kaku Gothic New Medium"/>
              <a:buNone/>
              <a:defRPr sz="3200" b="0">
                <a:solidFill>
                  <a:srgbClr val="000000"/>
                </a:solidFill>
                <a:latin typeface="Zen Kaku Gothic New Medium"/>
                <a:ea typeface="Zen Kaku Gothic New Medium"/>
                <a:cs typeface="Zen Kaku Gothic New Medium"/>
                <a:sym typeface="Zen Kaku Gothic Ne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Zen Kaku Gothic New Medium"/>
              <a:buNone/>
              <a:defRPr sz="3200" b="0">
                <a:solidFill>
                  <a:srgbClr val="000000"/>
                </a:solidFill>
                <a:latin typeface="Zen Kaku Gothic New Medium"/>
                <a:ea typeface="Zen Kaku Gothic New Medium"/>
                <a:cs typeface="Zen Kaku Gothic New Medium"/>
                <a:sym typeface="Zen Kaku Gothic Ne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Zen Kaku Gothic New Medium"/>
              <a:buNone/>
              <a:defRPr sz="3200" b="0">
                <a:solidFill>
                  <a:srgbClr val="000000"/>
                </a:solidFill>
                <a:latin typeface="Zen Kaku Gothic New Medium"/>
                <a:ea typeface="Zen Kaku Gothic New Medium"/>
                <a:cs typeface="Zen Kaku Gothic New Medium"/>
                <a:sym typeface="Zen Kaku Gothic Ne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Zen Kaku Gothic New Medium"/>
              <a:buNone/>
              <a:defRPr sz="3200" b="0">
                <a:solidFill>
                  <a:srgbClr val="000000"/>
                </a:solidFill>
                <a:latin typeface="Zen Kaku Gothic New Medium"/>
                <a:ea typeface="Zen Kaku Gothic New Medium"/>
                <a:cs typeface="Zen Kaku Gothic New Medium"/>
                <a:sym typeface="Zen Kaku Gothic Ne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Zen Kaku Gothic New Medium"/>
              <a:buNone/>
              <a:defRPr sz="3200" b="0">
                <a:solidFill>
                  <a:srgbClr val="000000"/>
                </a:solidFill>
                <a:latin typeface="Zen Kaku Gothic New Medium"/>
                <a:ea typeface="Zen Kaku Gothic New Medium"/>
                <a:cs typeface="Zen Kaku Gothic New Medium"/>
                <a:sym typeface="Zen Kaku Gothic New Medium"/>
              </a:defRPr>
            </a:lvl9pPr>
          </a:lstStyle>
          <a:p>
            <a:endParaRPr/>
          </a:p>
        </p:txBody>
      </p:sp>
      <p:pic>
        <p:nvPicPr>
          <p:cNvPr id="13" name="Google Shape;13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879316" y="10901"/>
            <a:ext cx="247050" cy="24707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-29502" y="13084"/>
            <a:ext cx="341400" cy="24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47500" lnSpcReduction="20000"/>
          </a:bodyPr>
          <a:lstStyle>
            <a:lvl1pPr lvl="0">
              <a:buNone/>
              <a:defRPr>
                <a:solidFill>
                  <a:srgbClr val="000000"/>
                </a:solidFill>
                <a:latin typeface="Zen Kaku Gothic New Medium"/>
                <a:ea typeface="Zen Kaku Gothic New Medium"/>
                <a:cs typeface="Zen Kaku Gothic New Medium"/>
                <a:sym typeface="Zen Kaku Gothic New Medium"/>
              </a:defRPr>
            </a:lvl1pPr>
            <a:lvl2pPr lvl="1">
              <a:buNone/>
              <a:defRPr>
                <a:solidFill>
                  <a:srgbClr val="000000"/>
                </a:solidFill>
                <a:latin typeface="Zen Kaku Gothic New Medium"/>
                <a:ea typeface="Zen Kaku Gothic New Medium"/>
                <a:cs typeface="Zen Kaku Gothic New Medium"/>
                <a:sym typeface="Zen Kaku Gothic New Medium"/>
              </a:defRPr>
            </a:lvl2pPr>
            <a:lvl3pPr lvl="2">
              <a:buNone/>
              <a:defRPr>
                <a:solidFill>
                  <a:srgbClr val="000000"/>
                </a:solidFill>
                <a:latin typeface="Zen Kaku Gothic New Medium"/>
                <a:ea typeface="Zen Kaku Gothic New Medium"/>
                <a:cs typeface="Zen Kaku Gothic New Medium"/>
                <a:sym typeface="Zen Kaku Gothic New Medium"/>
              </a:defRPr>
            </a:lvl3pPr>
            <a:lvl4pPr lvl="3">
              <a:buNone/>
              <a:defRPr>
                <a:solidFill>
                  <a:srgbClr val="000000"/>
                </a:solidFill>
                <a:latin typeface="Zen Kaku Gothic New Medium"/>
                <a:ea typeface="Zen Kaku Gothic New Medium"/>
                <a:cs typeface="Zen Kaku Gothic New Medium"/>
                <a:sym typeface="Zen Kaku Gothic New Medium"/>
              </a:defRPr>
            </a:lvl4pPr>
            <a:lvl5pPr lvl="4">
              <a:buNone/>
              <a:defRPr>
                <a:solidFill>
                  <a:srgbClr val="000000"/>
                </a:solidFill>
                <a:latin typeface="Zen Kaku Gothic New Medium"/>
                <a:ea typeface="Zen Kaku Gothic New Medium"/>
                <a:cs typeface="Zen Kaku Gothic New Medium"/>
                <a:sym typeface="Zen Kaku Gothic New Medium"/>
              </a:defRPr>
            </a:lvl5pPr>
            <a:lvl6pPr lvl="5">
              <a:buNone/>
              <a:defRPr>
                <a:solidFill>
                  <a:srgbClr val="000000"/>
                </a:solidFill>
                <a:latin typeface="Zen Kaku Gothic New Medium"/>
                <a:ea typeface="Zen Kaku Gothic New Medium"/>
                <a:cs typeface="Zen Kaku Gothic New Medium"/>
                <a:sym typeface="Zen Kaku Gothic New Medium"/>
              </a:defRPr>
            </a:lvl6pPr>
            <a:lvl7pPr lvl="6">
              <a:buNone/>
              <a:defRPr>
                <a:solidFill>
                  <a:srgbClr val="000000"/>
                </a:solidFill>
                <a:latin typeface="Zen Kaku Gothic New Medium"/>
                <a:ea typeface="Zen Kaku Gothic New Medium"/>
                <a:cs typeface="Zen Kaku Gothic New Medium"/>
                <a:sym typeface="Zen Kaku Gothic New Medium"/>
              </a:defRPr>
            </a:lvl7pPr>
            <a:lvl8pPr lvl="7">
              <a:buNone/>
              <a:defRPr>
                <a:solidFill>
                  <a:srgbClr val="000000"/>
                </a:solidFill>
                <a:latin typeface="Zen Kaku Gothic New Medium"/>
                <a:ea typeface="Zen Kaku Gothic New Medium"/>
                <a:cs typeface="Zen Kaku Gothic New Medium"/>
                <a:sym typeface="Zen Kaku Gothic New Medium"/>
              </a:defRPr>
            </a:lvl8pPr>
            <a:lvl9pPr lvl="8">
              <a:buNone/>
              <a:defRPr>
                <a:solidFill>
                  <a:srgbClr val="000000"/>
                </a:solidFill>
                <a:latin typeface="Zen Kaku Gothic New Medium"/>
                <a:ea typeface="Zen Kaku Gothic New Medium"/>
                <a:cs typeface="Zen Kaku Gothic New Medium"/>
                <a:sym typeface="Zen Kaku Gothic New Medium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pic>
        <p:nvPicPr>
          <p:cNvPr id="15" name="Google Shape;15;p3"/>
          <p:cNvPicPr preferRelativeResize="0"/>
          <p:nvPr/>
        </p:nvPicPr>
        <p:blipFill rotWithShape="1">
          <a:blip r:embed="rId3">
            <a:alphaModFix/>
          </a:blip>
          <a:srcRect l="24576" t="44412" r="17949" b="45105"/>
          <a:stretch/>
        </p:blipFill>
        <p:spPr>
          <a:xfrm rot="42">
            <a:off x="156000" y="4872243"/>
            <a:ext cx="2967148" cy="2082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pty">
  <p:cSld name="Blank_2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3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2D2C6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42450" y="3618150"/>
            <a:ext cx="1525350" cy="152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8098" y="328007"/>
            <a:ext cx="1485750" cy="59135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8"/>
          <p:cNvSpPr txBox="1"/>
          <p:nvPr/>
        </p:nvSpPr>
        <p:spPr>
          <a:xfrm>
            <a:off x="273325" y="1051650"/>
            <a:ext cx="4504200" cy="7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ja" sz="4200" b="1">
                <a:latin typeface="Zen Kaku Gothic New"/>
                <a:ea typeface="Zen Kaku Gothic New"/>
                <a:cs typeface="Zen Kaku Gothic New"/>
                <a:sym typeface="Zen Kaku Gothic New"/>
              </a:rPr>
              <a:t>タイトル</a:t>
            </a:r>
            <a:endParaRPr sz="4200" b="1">
              <a:latin typeface="Zen Kaku Gothic New"/>
              <a:ea typeface="Zen Kaku Gothic New"/>
              <a:cs typeface="Zen Kaku Gothic New"/>
              <a:sym typeface="Zen Kaku Gothic New"/>
            </a:endParaRPr>
          </a:p>
        </p:txBody>
      </p:sp>
      <p:sp>
        <p:nvSpPr>
          <p:cNvPr id="39" name="Google Shape;39;p8"/>
          <p:cNvSpPr txBox="1"/>
          <p:nvPr/>
        </p:nvSpPr>
        <p:spPr>
          <a:xfrm>
            <a:off x="51386" y="1764750"/>
            <a:ext cx="4261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900">
                <a:latin typeface="Zen Kaku Gothic New Medium"/>
                <a:ea typeface="Zen Kaku Gothic New Medium"/>
                <a:cs typeface="Zen Kaku Gothic New Medium"/>
                <a:sym typeface="Zen Kaku Gothic New Medium"/>
              </a:rPr>
              <a:t>WED株式会社 ｜ サブタイトル</a:t>
            </a:r>
            <a:r>
              <a:rPr lang="ja" sz="900">
                <a:solidFill>
                  <a:schemeClr val="dk1"/>
                </a:solidFill>
                <a:latin typeface="Zen Kaku Gothic New Medium"/>
                <a:ea typeface="Zen Kaku Gothic New Medium"/>
                <a:cs typeface="Zen Kaku Gothic New Medium"/>
                <a:sym typeface="Zen Kaku Gothic New Medium"/>
              </a:rPr>
              <a:t> ｜ 日付</a:t>
            </a:r>
            <a:endParaRPr sz="900">
              <a:latin typeface="Zen Kaku Gothic New Medium"/>
              <a:ea typeface="Zen Kaku Gothic New Medium"/>
              <a:cs typeface="Zen Kaku Gothic New Medium"/>
              <a:sym typeface="Zen Kaku Gothic New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 txBox="1">
            <a:spLocks noGrp="1"/>
          </p:cNvSpPr>
          <p:nvPr>
            <p:ph type="title" idx="4294967295"/>
          </p:nvPr>
        </p:nvSpPr>
        <p:spPr>
          <a:xfrm>
            <a:off x="39250" y="4676375"/>
            <a:ext cx="4154100" cy="46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ja" sz="2400" b="0">
                <a:solidFill>
                  <a:schemeClr val="dk1"/>
                </a:solidFill>
                <a:latin typeface="Zen Kaku Gothic New Medium"/>
                <a:ea typeface="Zen Kaku Gothic New Medium"/>
                <a:cs typeface="Zen Kaku Gothic New Medium"/>
                <a:sym typeface="Zen Kaku Gothic New Medium"/>
              </a:rPr>
              <a:t>目次</a:t>
            </a:r>
            <a:endParaRPr sz="2400" b="0">
              <a:solidFill>
                <a:schemeClr val="dk1"/>
              </a:solidFill>
              <a:latin typeface="Zen Kaku Gothic New Medium"/>
              <a:ea typeface="Zen Kaku Gothic New Medium"/>
              <a:cs typeface="Zen Kaku Gothic New Medium"/>
              <a:sym typeface="Zen Kaku Gothic New Medium"/>
            </a:endParaRPr>
          </a:p>
        </p:txBody>
      </p:sp>
      <p:graphicFrame>
        <p:nvGraphicFramePr>
          <p:cNvPr id="45" name="Google Shape;45;p9"/>
          <p:cNvGraphicFramePr/>
          <p:nvPr/>
        </p:nvGraphicFramePr>
        <p:xfrm>
          <a:off x="552078" y="1434212"/>
          <a:ext cx="3638450" cy="2275075"/>
        </p:xfrm>
        <a:graphic>
          <a:graphicData uri="http://schemas.openxmlformats.org/drawingml/2006/table">
            <a:tbl>
              <a:tblPr>
                <a:noFill/>
                <a:tableStyleId>{E924072A-489E-42D6-931C-B1E8ACA87550}</a:tableStyleId>
              </a:tblPr>
              <a:tblGrid>
                <a:gridCol w="451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87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05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300">
                          <a:latin typeface="Zen Kaku Gothic New Medium"/>
                          <a:ea typeface="Zen Kaku Gothic New Medium"/>
                          <a:cs typeface="Zen Kaku Gothic New Medium"/>
                          <a:sym typeface="Zen Kaku Gothic New Medium"/>
                        </a:rPr>
                        <a:t>1</a:t>
                      </a:r>
                      <a:endParaRPr sz="1300">
                        <a:latin typeface="Zen Kaku Gothic New Medium"/>
                        <a:ea typeface="Zen Kaku Gothic New Medium"/>
                        <a:cs typeface="Zen Kaku Gothic New Medium"/>
                        <a:sym typeface="Zen Kaku Gothic New Medium"/>
                      </a:endParaRPr>
                    </a:p>
                  </a:txBody>
                  <a:tcPr marL="90000" marR="90000" marT="72000" marB="720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300">
                          <a:latin typeface="Zen Kaku Gothic New Medium"/>
                          <a:ea typeface="Zen Kaku Gothic New Medium"/>
                          <a:cs typeface="Zen Kaku Gothic New Medium"/>
                          <a:sym typeface="Zen Kaku Gothic New Medium"/>
                        </a:rPr>
                        <a:t>セクション1</a:t>
                      </a:r>
                      <a:endParaRPr sz="1300">
                        <a:latin typeface="Zen Kaku Gothic New Medium"/>
                        <a:ea typeface="Zen Kaku Gothic New Medium"/>
                        <a:cs typeface="Zen Kaku Gothic New Medium"/>
                        <a:sym typeface="Zen Kaku Gothic New Medium"/>
                      </a:endParaRPr>
                    </a:p>
                  </a:txBody>
                  <a:tcPr marL="126000" marR="90000" marT="72000" marB="72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3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300">
                          <a:latin typeface="Zen Kaku Gothic New Medium"/>
                          <a:ea typeface="Zen Kaku Gothic New Medium"/>
                          <a:cs typeface="Zen Kaku Gothic New Medium"/>
                          <a:sym typeface="Zen Kaku Gothic New Medium"/>
                        </a:rPr>
                        <a:t>2</a:t>
                      </a:r>
                      <a:endParaRPr sz="1300">
                        <a:latin typeface="Zen Kaku Gothic New Medium"/>
                        <a:ea typeface="Zen Kaku Gothic New Medium"/>
                        <a:cs typeface="Zen Kaku Gothic New Medium"/>
                        <a:sym typeface="Zen Kaku Gothic New Medium"/>
                      </a:endParaRPr>
                    </a:p>
                  </a:txBody>
                  <a:tcPr marL="90000" marR="90000" marT="72000" marB="720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ja" sz="1300">
                          <a:solidFill>
                            <a:schemeClr val="dk1"/>
                          </a:solidFill>
                          <a:latin typeface="Zen Kaku Gothic New Medium"/>
                          <a:ea typeface="Zen Kaku Gothic New Medium"/>
                          <a:cs typeface="Zen Kaku Gothic New Medium"/>
                          <a:sym typeface="Zen Kaku Gothic New Medium"/>
                        </a:rPr>
                        <a:t>セクション2</a:t>
                      </a:r>
                      <a:endParaRPr sz="1300">
                        <a:latin typeface="Zen Kaku Gothic New Medium"/>
                        <a:ea typeface="Zen Kaku Gothic New Medium"/>
                        <a:cs typeface="Zen Kaku Gothic New Medium"/>
                        <a:sym typeface="Zen Kaku Gothic New Medium"/>
                      </a:endParaRPr>
                    </a:p>
                  </a:txBody>
                  <a:tcPr marL="126000" marR="90000" marT="72000" marB="72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3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300">
                          <a:latin typeface="Zen Kaku Gothic New Medium"/>
                          <a:ea typeface="Zen Kaku Gothic New Medium"/>
                          <a:cs typeface="Zen Kaku Gothic New Medium"/>
                          <a:sym typeface="Zen Kaku Gothic New Medium"/>
                        </a:rPr>
                        <a:t>3</a:t>
                      </a:r>
                      <a:endParaRPr sz="1300">
                        <a:latin typeface="Zen Kaku Gothic New Medium"/>
                        <a:ea typeface="Zen Kaku Gothic New Medium"/>
                        <a:cs typeface="Zen Kaku Gothic New Medium"/>
                        <a:sym typeface="Zen Kaku Gothic New Medium"/>
                      </a:endParaRPr>
                    </a:p>
                  </a:txBody>
                  <a:tcPr marL="90000" marR="90000" marT="72000" marB="720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ja" sz="1300">
                          <a:solidFill>
                            <a:schemeClr val="dk1"/>
                          </a:solidFill>
                          <a:latin typeface="Zen Kaku Gothic New Medium"/>
                          <a:ea typeface="Zen Kaku Gothic New Medium"/>
                          <a:cs typeface="Zen Kaku Gothic New Medium"/>
                          <a:sym typeface="Zen Kaku Gothic New Medium"/>
                        </a:rPr>
                        <a:t>セクション3</a:t>
                      </a:r>
                      <a:endParaRPr sz="1300">
                        <a:latin typeface="Zen Kaku Gothic New Medium"/>
                        <a:ea typeface="Zen Kaku Gothic New Medium"/>
                        <a:cs typeface="Zen Kaku Gothic New Medium"/>
                        <a:sym typeface="Zen Kaku Gothic New Medium"/>
                      </a:endParaRPr>
                    </a:p>
                  </a:txBody>
                  <a:tcPr marL="126000" marR="90000" marT="72000" marB="72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300">
                          <a:latin typeface="Zen Kaku Gothic New Medium"/>
                          <a:ea typeface="Zen Kaku Gothic New Medium"/>
                          <a:cs typeface="Zen Kaku Gothic New Medium"/>
                          <a:sym typeface="Zen Kaku Gothic New Medium"/>
                        </a:rPr>
                        <a:t>4</a:t>
                      </a:r>
                      <a:endParaRPr sz="1300">
                        <a:latin typeface="Zen Kaku Gothic New Medium"/>
                        <a:ea typeface="Zen Kaku Gothic New Medium"/>
                        <a:cs typeface="Zen Kaku Gothic New Medium"/>
                        <a:sym typeface="Zen Kaku Gothic New Medium"/>
                      </a:endParaRPr>
                    </a:p>
                  </a:txBody>
                  <a:tcPr marL="90000" marR="90000" marT="72000" marB="720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ja" sz="1300">
                          <a:solidFill>
                            <a:schemeClr val="dk1"/>
                          </a:solidFill>
                          <a:latin typeface="Zen Kaku Gothic New Medium"/>
                          <a:ea typeface="Zen Kaku Gothic New Medium"/>
                          <a:cs typeface="Zen Kaku Gothic New Medium"/>
                          <a:sym typeface="Zen Kaku Gothic New Medium"/>
                        </a:rPr>
                        <a:t>セクション4</a:t>
                      </a:r>
                      <a:endParaRPr sz="1300">
                        <a:latin typeface="Zen Kaku Gothic New Medium"/>
                        <a:ea typeface="Zen Kaku Gothic New Medium"/>
                        <a:cs typeface="Zen Kaku Gothic New Medium"/>
                        <a:sym typeface="Zen Kaku Gothic New Medium"/>
                      </a:endParaRPr>
                    </a:p>
                  </a:txBody>
                  <a:tcPr marL="126000" marR="90000" marT="72000" marB="72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0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300">
                          <a:latin typeface="Zen Kaku Gothic New Medium"/>
                          <a:ea typeface="Zen Kaku Gothic New Medium"/>
                          <a:cs typeface="Zen Kaku Gothic New Medium"/>
                          <a:sym typeface="Zen Kaku Gothic New Medium"/>
                        </a:rPr>
                        <a:t>5</a:t>
                      </a:r>
                      <a:endParaRPr sz="1300">
                        <a:latin typeface="Zen Kaku Gothic New Medium"/>
                        <a:ea typeface="Zen Kaku Gothic New Medium"/>
                        <a:cs typeface="Zen Kaku Gothic New Medium"/>
                        <a:sym typeface="Zen Kaku Gothic New Medium"/>
                      </a:endParaRPr>
                    </a:p>
                  </a:txBody>
                  <a:tcPr marL="90000" marR="90000" marT="72000" marB="720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ja" sz="1300">
                          <a:solidFill>
                            <a:schemeClr val="dk1"/>
                          </a:solidFill>
                          <a:latin typeface="Zen Kaku Gothic New Medium"/>
                          <a:ea typeface="Zen Kaku Gothic New Medium"/>
                          <a:cs typeface="Zen Kaku Gothic New Medium"/>
                          <a:sym typeface="Zen Kaku Gothic New Medium"/>
                        </a:rPr>
                        <a:t>セクション5</a:t>
                      </a:r>
                      <a:endParaRPr sz="1300">
                        <a:latin typeface="Zen Kaku Gothic New Medium"/>
                        <a:ea typeface="Zen Kaku Gothic New Medium"/>
                        <a:cs typeface="Zen Kaku Gothic New Medium"/>
                        <a:sym typeface="Zen Kaku Gothic New Medium"/>
                      </a:endParaRPr>
                    </a:p>
                  </a:txBody>
                  <a:tcPr marL="126000" marR="90000" marT="72000" marB="72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46" name="Google Shape;46;p9"/>
          <p:cNvPicPr preferRelativeResize="0"/>
          <p:nvPr/>
        </p:nvPicPr>
        <p:blipFill rotWithShape="1">
          <a:blip r:embed="rId3">
            <a:alphaModFix/>
          </a:blip>
          <a:srcRect l="35173" r="35173"/>
          <a:stretch/>
        </p:blipFill>
        <p:spPr>
          <a:xfrm rot="580284">
            <a:off x="5344520" y="-400540"/>
            <a:ext cx="3072507" cy="5828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0"/>
          <p:cNvPicPr preferRelativeResize="0"/>
          <p:nvPr/>
        </p:nvPicPr>
        <p:blipFill rotWithShape="1">
          <a:blip r:embed="rId3">
            <a:alphaModFix/>
          </a:blip>
          <a:srcRect l="24576" t="44412" r="17949" b="45105"/>
          <a:stretch/>
        </p:blipFill>
        <p:spPr>
          <a:xfrm rot="42">
            <a:off x="180150" y="4842615"/>
            <a:ext cx="2497623" cy="208268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0"/>
          <p:cNvSpPr txBox="1">
            <a:spLocks noGrp="1"/>
          </p:cNvSpPr>
          <p:nvPr>
            <p:ph type="title"/>
          </p:nvPr>
        </p:nvSpPr>
        <p:spPr>
          <a:xfrm>
            <a:off x="180145" y="4033928"/>
            <a:ext cx="5507100" cy="841800"/>
          </a:xfrm>
          <a:prstGeom prst="rect">
            <a:avLst/>
          </a:prstGeom>
        </p:spPr>
        <p:txBody>
          <a:bodyPr spcFirstLastPara="1" wrap="square" lIns="91425" tIns="91425" rIns="91425" bIns="540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3500">
                <a:solidFill>
                  <a:schemeClr val="dk1"/>
                </a:solidFill>
              </a:rPr>
              <a:t>セクション1</a:t>
            </a:r>
            <a:endParaRPr sz="3500" b="0">
              <a:solidFill>
                <a:schemeClr val="dk1"/>
              </a:solidFill>
              <a:latin typeface="Zen Kaku Gothic New Medium"/>
              <a:ea typeface="Zen Kaku Gothic New Medium"/>
              <a:cs typeface="Zen Kaku Gothic New Medium"/>
              <a:sym typeface="Zen Kaku Gothic New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2D2C6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0950" y="1046661"/>
            <a:ext cx="3409901" cy="3002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38898" y="4404799"/>
            <a:ext cx="373974" cy="37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</Words>
  <Application>Microsoft Macintosh PowerPoint</Application>
  <PresentationFormat>画面に合わせる (16:9)</PresentationFormat>
  <Paragraphs>14</Paragraphs>
  <Slides>4</Slides>
  <Notes>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8" baseType="lpstr">
      <vt:lpstr>Arial</vt:lpstr>
      <vt:lpstr>Zen Kaku Gothic New Medium</vt:lpstr>
      <vt:lpstr>Zen Kaku Gothic New</vt:lpstr>
      <vt:lpstr>Simple Light</vt:lpstr>
      <vt:lpstr>PowerPoint プレゼンテーション</vt:lpstr>
      <vt:lpstr>目次</vt:lpstr>
      <vt:lpstr>セクション1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Saito Syunpei</cp:lastModifiedBy>
  <cp:revision>1</cp:revision>
  <dcterms:modified xsi:type="dcterms:W3CDTF">2026-03-25T08:40:07Z</dcterms:modified>
</cp:coreProperties>
</file>