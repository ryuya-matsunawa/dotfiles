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Zen Kaku Gothic New Medium"/>
      <p:regular r:id="rId10"/>
      <p:bold r:id="rId11"/>
    </p:embeddedFont>
    <p:embeddedFont>
      <p:font typeface="Zen Kaku Gothic New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ZenKakuGothicNewMedium-bold.fntdata"/><Relationship Id="rId10" Type="http://schemas.openxmlformats.org/officeDocument/2006/relationships/font" Target="fonts/ZenKakuGothicNewMedium-regular.fntdata"/><Relationship Id="rId13" Type="http://schemas.openxmlformats.org/officeDocument/2006/relationships/font" Target="fonts/ZenKakuGothicNew-bold.fntdata"/><Relationship Id="rId12" Type="http://schemas.openxmlformats.org/officeDocument/2006/relationships/font" Target="fonts/ZenKakuGothicNew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22bcd263b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22bcd263b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f9a133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8f9a133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8f9a133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8f9a133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f9a1330d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8f9a1330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22bcd263b_0_3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b22bcd263b_0_3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wow.one" TargetMode="External"/><Relationship Id="rId3" Type="http://schemas.openxmlformats.org/officeDocument/2006/relationships/hyperlink" Target="mailto:info@onefinancial.jp" TargetMode="External"/><Relationship Id="rId4" Type="http://schemas.openxmlformats.org/officeDocument/2006/relationships/hyperlink" Target="https://wed.business" TargetMode="External"/><Relationship Id="rId5" Type="http://schemas.openxmlformats.org/officeDocument/2006/relationships/hyperlink" Target="mailto:info@onefinancial.jp" TargetMode="External"/><Relationship Id="rId6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www.wow.one" TargetMode="External"/><Relationship Id="rId4" Type="http://schemas.openxmlformats.org/officeDocument/2006/relationships/hyperlink" Target="mailto:info@onefinancial.jp" TargetMode="External"/><Relationship Id="rId5" Type="http://schemas.openxmlformats.org/officeDocument/2006/relationships/hyperlink" Target="https://wed.business" TargetMode="External"/><Relationship Id="rId6" Type="http://schemas.openxmlformats.org/officeDocument/2006/relationships/hyperlink" Target="mailto:info@onefinancial.jp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① 表紙（ONEレシート）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65450" y="1878750"/>
            <a:ext cx="4490700" cy="1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800"/>
              <a:buFont typeface="Zen Kaku Gothic New"/>
              <a:buNone/>
              <a:defRPr b="1" sz="28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2020"/>
              </a:buClr>
              <a:buSzPts val="2700"/>
              <a:buFont typeface="Zen Kaku Gothic New"/>
              <a:buNone/>
              <a:defRPr b="1" sz="2700">
                <a:solidFill>
                  <a:srgbClr val="1F2020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pic>
        <p:nvPicPr>
          <p:cNvPr id="12" name="Google Shape;12;p2" title="ONEtoB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80625" cy="1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⑥ 大見出し">
  <p:cSld name="CUSTOM_3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347" y="-9347"/>
            <a:ext cx="1398174" cy="139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882" y="3752380"/>
            <a:ext cx="1398175" cy="13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目次">
  <p:cSld name="CUSTOM_6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99525" y="1822203"/>
            <a:ext cx="2721049" cy="20263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347" y="-9347"/>
            <a:ext cx="1398174" cy="139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2882" y="3752380"/>
            <a:ext cx="1398175" cy="13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⑦ 小見出し">
  <p:cSld name="Title &amp; Bulle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0" y="2337800"/>
            <a:ext cx="914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 b="1" sz="28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title"/>
          </p:nvPr>
        </p:nvSpPr>
        <p:spPr>
          <a:xfrm>
            <a:off x="0" y="1811500"/>
            <a:ext cx="914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Zen Kaku Gothic New"/>
              <a:buNone/>
              <a:defRPr b="1" sz="1800">
                <a:solidFill>
                  <a:srgbClr val="999999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347" y="-9347"/>
            <a:ext cx="1398174" cy="139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882" y="3752380"/>
            <a:ext cx="1398175" cy="139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 #グレー">
  <p:cSld name="CUSTOM_2">
    <p:bg>
      <p:bgPr>
        <a:solidFill>
          <a:srgbClr val="F0F3F6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⑩ ノーマルページ">
  <p:cSld name="CUSTOM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37" name="Google Shape;37;p8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分割">
  <p:cSld name="CUSTOM_5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41" name="Google Shape;41;p9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42" name="Google Shape;42;p9"/>
          <p:cNvSpPr/>
          <p:nvPr/>
        </p:nvSpPr>
        <p:spPr>
          <a:xfrm>
            <a:off x="256200" y="819625"/>
            <a:ext cx="42396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4648200" y="819625"/>
            <a:ext cx="42396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⑫ 3画面分割">
  <p:cSld name="CUSTOM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/>
        </p:nvSpPr>
        <p:spPr>
          <a:xfrm>
            <a:off x="256200" y="819625"/>
            <a:ext cx="28023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0"/>
          <p:cNvSpPr/>
          <p:nvPr/>
        </p:nvSpPr>
        <p:spPr>
          <a:xfrm>
            <a:off x="3170850" y="819625"/>
            <a:ext cx="28023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6085500" y="819625"/>
            <a:ext cx="28023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50" name="Google Shape;50;p10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⑬ 4画面分割-横">
  <p:cSld name="CUSTOM_1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256200" y="819625"/>
            <a:ext cx="20781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/>
          <p:nvPr/>
        </p:nvSpPr>
        <p:spPr>
          <a:xfrm>
            <a:off x="2436900" y="819625"/>
            <a:ext cx="20781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4617600" y="819625"/>
            <a:ext cx="20781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6798300" y="819625"/>
            <a:ext cx="2078100" cy="3849000"/>
          </a:xfrm>
          <a:prstGeom prst="roundRect">
            <a:avLst>
              <a:gd fmla="val 327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58" name="Google Shape;58;p11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⑭ 4画面分割-上下">
  <p:cSld name="CUSTOM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256200" y="834351"/>
            <a:ext cx="4264500" cy="1863600"/>
          </a:xfrm>
          <a:prstGeom prst="roundRect">
            <a:avLst>
              <a:gd fmla="val 691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2"/>
          <p:cNvSpPr/>
          <p:nvPr/>
        </p:nvSpPr>
        <p:spPr>
          <a:xfrm>
            <a:off x="4623300" y="819625"/>
            <a:ext cx="4264500" cy="1878300"/>
          </a:xfrm>
          <a:prstGeom prst="roundRect">
            <a:avLst>
              <a:gd fmla="val 691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2"/>
          <p:cNvSpPr/>
          <p:nvPr/>
        </p:nvSpPr>
        <p:spPr>
          <a:xfrm>
            <a:off x="256200" y="2804935"/>
            <a:ext cx="4264500" cy="1863600"/>
          </a:xfrm>
          <a:prstGeom prst="roundRect">
            <a:avLst>
              <a:gd fmla="val 691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2"/>
          <p:cNvSpPr/>
          <p:nvPr/>
        </p:nvSpPr>
        <p:spPr>
          <a:xfrm>
            <a:off x="4623300" y="2804935"/>
            <a:ext cx="4264500" cy="1863600"/>
          </a:xfrm>
          <a:prstGeom prst="roundRect">
            <a:avLst>
              <a:gd fmla="val 6917" name="adj"/>
            </a:avLst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⑮ 帯あり">
  <p:cSld name="CUSTOM_1_1_1_1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/>
        </p:nvSpPr>
        <p:spPr>
          <a:xfrm>
            <a:off x="0" y="834350"/>
            <a:ext cx="9144000" cy="38343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71" name="Google Shape;71;p13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⑯ 左右分割">
  <p:cSld name="CUSTOM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4572050" y="0"/>
            <a:ext cx="4572000" cy="51435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76" name="Google Shape;76;p14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pic>
        <p:nvPicPr>
          <p:cNvPr id="77" name="Google Shape;77;p14" title="copylights-black.png"/>
          <p:cNvPicPr preferRelativeResize="0"/>
          <p:nvPr/>
        </p:nvPicPr>
        <p:blipFill rotWithShape="1">
          <a:blip r:embed="rId2">
            <a:alphaModFix/>
          </a:blip>
          <a:srcRect b="22" l="-291" r="0" t="-9840"/>
          <a:stretch/>
        </p:blipFill>
        <p:spPr>
          <a:xfrm>
            <a:off x="8355850" y="4987259"/>
            <a:ext cx="448400" cy="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データ">
  <p:cSld name="CUSTOM_1_1_1_1_1_1">
    <p:bg>
      <p:bgPr>
        <a:solidFill>
          <a:srgbClr val="F0F3F6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200200" y="610075"/>
            <a:ext cx="9062400" cy="4675800"/>
          </a:xfrm>
          <a:prstGeom prst="roundRect">
            <a:avLst>
              <a:gd fmla="val 254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76200" y="234421"/>
            <a:ext cx="8625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Zen Kaku Gothic New"/>
              <a:buNone/>
              <a:defRPr b="1" sz="11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sp>
        <p:nvSpPr>
          <p:cNvPr id="82" name="Google Shape;82;p15"/>
          <p:cNvSpPr txBox="1"/>
          <p:nvPr/>
        </p:nvSpPr>
        <p:spPr>
          <a:xfrm>
            <a:off x="91458" y="80283"/>
            <a:ext cx="348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solidFill>
                  <a:srgbClr val="00D184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セクションタイトル</a:t>
            </a:r>
            <a:endParaRPr b="1" sz="800">
              <a:solidFill>
                <a:srgbClr val="00D184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pic>
        <p:nvPicPr>
          <p:cNvPr id="83" name="Google Shape;83;p15" title="copylights-black.png"/>
          <p:cNvPicPr preferRelativeResize="0"/>
          <p:nvPr/>
        </p:nvPicPr>
        <p:blipFill rotWithShape="1">
          <a:blip r:embed="rId2">
            <a:alphaModFix/>
          </a:blip>
          <a:srcRect b="22" l="-291" r="0" t="-9840"/>
          <a:stretch/>
        </p:blipFill>
        <p:spPr>
          <a:xfrm>
            <a:off x="8355850" y="4987259"/>
            <a:ext cx="448400" cy="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_7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44181" y="175200"/>
            <a:ext cx="1634969" cy="1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copylights-black.png"/>
          <p:cNvPicPr preferRelativeResize="0"/>
          <p:nvPr/>
        </p:nvPicPr>
        <p:blipFill rotWithShape="1">
          <a:blip r:embed="rId3">
            <a:alphaModFix/>
          </a:blip>
          <a:srcRect b="22" l="-291" r="0" t="-9840"/>
          <a:stretch/>
        </p:blipFill>
        <p:spPr>
          <a:xfrm>
            <a:off x="8355850" y="4987259"/>
            <a:ext cx="448400" cy="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title"/>
          </p:nvPr>
        </p:nvSpPr>
        <p:spPr>
          <a:xfrm>
            <a:off x="116475" y="98325"/>
            <a:ext cx="6987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⑰ 裏表紙（ONEレシート）">
  <p:cSld name="CUSTOM_4">
    <p:bg>
      <p:bgPr>
        <a:solidFill>
          <a:srgbClr val="F0F3F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>
            <a:hlinkClick r:id="rId2"/>
          </p:cNvPr>
          <p:cNvSpPr/>
          <p:nvPr/>
        </p:nvSpPr>
        <p:spPr>
          <a:xfrm>
            <a:off x="2591713" y="3010250"/>
            <a:ext cx="1916400" cy="44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>
            <a:hlinkClick r:id="rId3"/>
          </p:cNvPr>
          <p:cNvSpPr/>
          <p:nvPr/>
        </p:nvSpPr>
        <p:spPr>
          <a:xfrm>
            <a:off x="4635863" y="3010826"/>
            <a:ext cx="1916400" cy="44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967360" y="3023117"/>
            <a:ext cx="1369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" sz="1000" u="sng">
                <a:latin typeface="Zen Kaku Gothic New Medium"/>
                <a:ea typeface="Zen Kaku Gothic New Medium"/>
                <a:cs typeface="Zen Kaku Gothic New Medium"/>
                <a:sym typeface="Zen Kaku Gothic New Medium"/>
                <a:hlinkClick r:id="rId4"/>
              </a:rPr>
              <a:t>https://wed.business</a:t>
            </a:r>
            <a:endParaRPr sz="500" u="sng"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5011510" y="3023118"/>
            <a:ext cx="1369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ja" sz="1000" cap="none" strike="noStrike">
                <a:uFill>
                  <a:noFill/>
                </a:uFill>
                <a:latin typeface="Zen Kaku Gothic New Medium"/>
                <a:ea typeface="Zen Kaku Gothic New Medium"/>
                <a:cs typeface="Zen Kaku Gothic New Medium"/>
                <a:sym typeface="Zen Kaku Gothic New Medium"/>
                <a:hlinkClick r:id="rId5"/>
              </a:rPr>
              <a:t>info@</a:t>
            </a:r>
            <a:r>
              <a:rPr lang="ja" sz="10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wed.company</a:t>
            </a:r>
            <a:endParaRPr sz="1000"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758235" y="3023125"/>
            <a:ext cx="3102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" sz="1000">
                <a:solidFill>
                  <a:srgbClr val="1F2020"/>
                </a:solidFill>
              </a:rPr>
              <a:t>🌐</a:t>
            </a:r>
            <a:endParaRPr sz="500">
              <a:solidFill>
                <a:srgbClr val="1F2020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802385" y="3023126"/>
            <a:ext cx="3102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" sz="1000">
                <a:solidFill>
                  <a:srgbClr val="1F2020"/>
                </a:solidFill>
              </a:rPr>
              <a:t>✉️</a:t>
            </a:r>
            <a:endParaRPr sz="500">
              <a:solidFill>
                <a:srgbClr val="1F2020"/>
              </a:solidFill>
            </a:endParaRPr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0" y="2317475"/>
            <a:ext cx="9144000" cy="2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Font typeface="Zen Kaku Gothic New"/>
              <a:buNone/>
              <a:defRPr b="1" sz="12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pic>
        <p:nvPicPr>
          <p:cNvPr id="97" name="Google Shape;97;p17" title="ONEtoB_logo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8575" y="1923900"/>
            <a:ext cx="3186924" cy="2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㉑ 裏表紙（ONE）">
  <p:cSld name="CUSTOM_4_1_1_1_1">
    <p:bg>
      <p:bgPr>
        <a:solidFill>
          <a:srgbClr val="F0F3F6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0" y="2317475"/>
            <a:ext cx="9144000" cy="2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Font typeface="Zen Kaku Gothic New"/>
              <a:buNone/>
              <a:defRPr b="1" sz="12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2">
            <a:alphaModFix/>
          </a:blip>
          <a:srcRect b="0" l="0" r="53410" t="0"/>
          <a:stretch/>
        </p:blipFill>
        <p:spPr>
          <a:xfrm>
            <a:off x="4135650" y="1838075"/>
            <a:ext cx="872701" cy="44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>
            <a:hlinkClick r:id="rId3"/>
          </p:cNvPr>
          <p:cNvSpPr/>
          <p:nvPr/>
        </p:nvSpPr>
        <p:spPr>
          <a:xfrm>
            <a:off x="2591713" y="3010250"/>
            <a:ext cx="1916400" cy="44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>
            <a:hlinkClick r:id="rId4"/>
          </p:cNvPr>
          <p:cNvSpPr/>
          <p:nvPr/>
        </p:nvSpPr>
        <p:spPr>
          <a:xfrm>
            <a:off x="4635863" y="3010826"/>
            <a:ext cx="1916400" cy="44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2967360" y="3023117"/>
            <a:ext cx="1369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" sz="1000" u="sng">
                <a:latin typeface="Zen Kaku Gothic New Medium"/>
                <a:ea typeface="Zen Kaku Gothic New Medium"/>
                <a:cs typeface="Zen Kaku Gothic New Medium"/>
                <a:sym typeface="Zen Kaku Gothic New Medium"/>
                <a:hlinkClick r:id="rId5"/>
              </a:rPr>
              <a:t>https://wed.business</a:t>
            </a:r>
            <a:endParaRPr sz="500" u="sng"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5011510" y="3023118"/>
            <a:ext cx="1369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ja" sz="1000" cap="none" strike="noStrike">
                <a:uFill>
                  <a:noFill/>
                </a:uFill>
                <a:latin typeface="Zen Kaku Gothic New Medium"/>
                <a:ea typeface="Zen Kaku Gothic New Medium"/>
                <a:cs typeface="Zen Kaku Gothic New Medium"/>
                <a:sym typeface="Zen Kaku Gothic New Medium"/>
                <a:hlinkClick r:id="rId6"/>
              </a:rPr>
              <a:t>info@</a:t>
            </a:r>
            <a:r>
              <a:rPr lang="ja" sz="10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wed.company</a:t>
            </a:r>
            <a:endParaRPr sz="1000"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2758235" y="3023125"/>
            <a:ext cx="3102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" sz="1000">
                <a:solidFill>
                  <a:srgbClr val="1F2020"/>
                </a:solidFill>
              </a:rPr>
              <a:t>🌐</a:t>
            </a:r>
            <a:endParaRPr sz="500">
              <a:solidFill>
                <a:srgbClr val="1F2020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802385" y="3023126"/>
            <a:ext cx="3102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" sz="1000">
                <a:solidFill>
                  <a:srgbClr val="1F2020"/>
                </a:solidFill>
              </a:rPr>
              <a:t>✉️</a:t>
            </a:r>
            <a:endParaRPr sz="500">
              <a:solidFill>
                <a:srgbClr val="1F202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600" u="none" cap="none" strike="noStrike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7" name="Google Shape;7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344181" y="175200"/>
            <a:ext cx="1634969" cy="1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 title="copylights-black.png"/>
          <p:cNvPicPr preferRelativeResize="0"/>
          <p:nvPr/>
        </p:nvPicPr>
        <p:blipFill rotWithShape="1">
          <a:blip r:embed="rId2">
            <a:alphaModFix/>
          </a:blip>
          <a:srcRect b="22" l="-291" r="0" t="-9840"/>
          <a:stretch/>
        </p:blipFill>
        <p:spPr>
          <a:xfrm>
            <a:off x="8355850" y="4987259"/>
            <a:ext cx="448400" cy="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type="title"/>
          </p:nvPr>
        </p:nvSpPr>
        <p:spPr>
          <a:xfrm>
            <a:off x="116475" y="98325"/>
            <a:ext cx="6987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Zen Kaku Gothic New"/>
              <a:buNone/>
              <a:defRPr b="1" sz="2600"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65450" y="1878750"/>
            <a:ext cx="44907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「〇〇〇〇」のご提案</a:t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4674250" y="4505700"/>
            <a:ext cx="2132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2024.01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145607" y="2895450"/>
            <a:ext cx="23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日付やサブタイトル</a:t>
            </a:r>
            <a:endParaRPr sz="1200"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grpSp>
        <p:nvGrpSpPr>
          <p:cNvPr id="120" name="Google Shape;120;p20"/>
          <p:cNvGrpSpPr/>
          <p:nvPr/>
        </p:nvGrpSpPr>
        <p:grpSpPr>
          <a:xfrm>
            <a:off x="1721689" y="1416625"/>
            <a:ext cx="2471711" cy="400200"/>
            <a:chOff x="1721689" y="1474525"/>
            <a:chExt cx="2471711" cy="400200"/>
          </a:xfrm>
        </p:grpSpPr>
        <p:sp>
          <p:nvSpPr>
            <p:cNvPr id="121" name="Google Shape;121;p20"/>
            <p:cNvSpPr txBox="1"/>
            <p:nvPr/>
          </p:nvSpPr>
          <p:spPr>
            <a:xfrm>
              <a:off x="1721689" y="1489975"/>
              <a:ext cx="3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01</a:t>
              </a:r>
              <a:endParaRPr b="1" sz="12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  <p:sp>
          <p:nvSpPr>
            <p:cNvPr id="122" name="Google Shape;122;p20"/>
            <p:cNvSpPr txBox="1"/>
            <p:nvPr/>
          </p:nvSpPr>
          <p:spPr>
            <a:xfrm>
              <a:off x="2069100" y="1474525"/>
              <a:ext cx="212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セクションタイトル</a:t>
              </a:r>
              <a:endParaRPr b="1"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</p:grpSp>
      <p:grpSp>
        <p:nvGrpSpPr>
          <p:cNvPr id="123" name="Google Shape;123;p20"/>
          <p:cNvGrpSpPr/>
          <p:nvPr/>
        </p:nvGrpSpPr>
        <p:grpSpPr>
          <a:xfrm>
            <a:off x="1721689" y="1912925"/>
            <a:ext cx="2471711" cy="400200"/>
            <a:chOff x="1721689" y="1970825"/>
            <a:chExt cx="2471711" cy="400200"/>
          </a:xfrm>
        </p:grpSpPr>
        <p:sp>
          <p:nvSpPr>
            <p:cNvPr id="124" name="Google Shape;124;p20"/>
            <p:cNvSpPr txBox="1"/>
            <p:nvPr/>
          </p:nvSpPr>
          <p:spPr>
            <a:xfrm>
              <a:off x="1721689" y="1986275"/>
              <a:ext cx="3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02</a:t>
              </a:r>
              <a:endParaRPr b="1" sz="12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  <p:sp>
          <p:nvSpPr>
            <p:cNvPr id="125" name="Google Shape;125;p20"/>
            <p:cNvSpPr txBox="1"/>
            <p:nvPr/>
          </p:nvSpPr>
          <p:spPr>
            <a:xfrm>
              <a:off x="2069100" y="1970825"/>
              <a:ext cx="212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セクションタイトル</a:t>
              </a:r>
              <a:endParaRPr b="1"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</p:grpSp>
      <p:grpSp>
        <p:nvGrpSpPr>
          <p:cNvPr id="126" name="Google Shape;126;p20"/>
          <p:cNvGrpSpPr/>
          <p:nvPr/>
        </p:nvGrpSpPr>
        <p:grpSpPr>
          <a:xfrm>
            <a:off x="1721689" y="2424675"/>
            <a:ext cx="2471711" cy="400200"/>
            <a:chOff x="1721689" y="2482575"/>
            <a:chExt cx="2471711" cy="400200"/>
          </a:xfrm>
        </p:grpSpPr>
        <p:sp>
          <p:nvSpPr>
            <p:cNvPr id="127" name="Google Shape;127;p20"/>
            <p:cNvSpPr txBox="1"/>
            <p:nvPr/>
          </p:nvSpPr>
          <p:spPr>
            <a:xfrm>
              <a:off x="1721689" y="2498025"/>
              <a:ext cx="3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03</a:t>
              </a:r>
              <a:endParaRPr b="1" sz="12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2069100" y="2482575"/>
              <a:ext cx="212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セクションタイトル</a:t>
              </a:r>
              <a:endParaRPr b="1"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</p:grpSp>
      <p:grpSp>
        <p:nvGrpSpPr>
          <p:cNvPr id="129" name="Google Shape;129;p20"/>
          <p:cNvGrpSpPr/>
          <p:nvPr/>
        </p:nvGrpSpPr>
        <p:grpSpPr>
          <a:xfrm>
            <a:off x="1721689" y="2951875"/>
            <a:ext cx="2471711" cy="400200"/>
            <a:chOff x="1721689" y="3009775"/>
            <a:chExt cx="2471711" cy="400200"/>
          </a:xfrm>
        </p:grpSpPr>
        <p:sp>
          <p:nvSpPr>
            <p:cNvPr id="130" name="Google Shape;130;p20"/>
            <p:cNvSpPr txBox="1"/>
            <p:nvPr/>
          </p:nvSpPr>
          <p:spPr>
            <a:xfrm>
              <a:off x="1721689" y="3025225"/>
              <a:ext cx="3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04</a:t>
              </a:r>
              <a:endParaRPr b="1" sz="12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  <p:sp>
          <p:nvSpPr>
            <p:cNvPr id="131" name="Google Shape;131;p20"/>
            <p:cNvSpPr txBox="1"/>
            <p:nvPr/>
          </p:nvSpPr>
          <p:spPr>
            <a:xfrm>
              <a:off x="2069100" y="3009775"/>
              <a:ext cx="212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セクションタイトル</a:t>
              </a:r>
              <a:endParaRPr b="1"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</p:grpSp>
      <p:grpSp>
        <p:nvGrpSpPr>
          <p:cNvPr id="132" name="Google Shape;132;p20"/>
          <p:cNvGrpSpPr/>
          <p:nvPr/>
        </p:nvGrpSpPr>
        <p:grpSpPr>
          <a:xfrm>
            <a:off x="1721689" y="3479075"/>
            <a:ext cx="2471711" cy="400200"/>
            <a:chOff x="1721689" y="3536975"/>
            <a:chExt cx="2471711" cy="400200"/>
          </a:xfrm>
        </p:grpSpPr>
        <p:sp>
          <p:nvSpPr>
            <p:cNvPr id="133" name="Google Shape;133;p20"/>
            <p:cNvSpPr txBox="1"/>
            <p:nvPr/>
          </p:nvSpPr>
          <p:spPr>
            <a:xfrm>
              <a:off x="1721689" y="3552425"/>
              <a:ext cx="3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05</a:t>
              </a:r>
              <a:endParaRPr b="1" sz="12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2069100" y="3536975"/>
              <a:ext cx="212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00">
                  <a:solidFill>
                    <a:schemeClr val="dk1"/>
                  </a:solidFill>
                  <a:latin typeface="Zen Kaku Gothic New"/>
                  <a:ea typeface="Zen Kaku Gothic New"/>
                  <a:cs typeface="Zen Kaku Gothic New"/>
                  <a:sym typeface="Zen Kaku Gothic New"/>
                </a:rPr>
                <a:t>セクションタイトル</a:t>
              </a:r>
              <a:endParaRPr b="1" sz="1600">
                <a:solidFill>
                  <a:schemeClr val="dk1"/>
                </a:solidFill>
                <a:latin typeface="Zen Kaku Gothic New"/>
                <a:ea typeface="Zen Kaku Gothic New"/>
                <a:cs typeface="Zen Kaku Gothic New"/>
                <a:sym typeface="Zen Kaku Gothic New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2" type="title"/>
          </p:nvPr>
        </p:nvSpPr>
        <p:spPr>
          <a:xfrm>
            <a:off x="0" y="1811500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807951" y="4935724"/>
            <a:ext cx="215400" cy="172800"/>
          </a:xfrm>
          <a:prstGeom prst="rect">
            <a:avLst/>
          </a:prstGeom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0" y="2337800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3F6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0" y="2317475"/>
            <a:ext cx="9144000" cy="2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「〇〇〇〇」のご提案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E for Busines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